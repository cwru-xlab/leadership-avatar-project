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2"/>
    <p:sldId id="257" r:id="rId3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8229600" cy="1143000"/>
          </a:xfrm>
          <a:prstGeom prst="rect">
            <a:avLst/>
          </a:prstGeom>
        </p:spPr>
        <p:txBody>
          <a:bodyPr wrap="square"/>
          <a:lstStyle/>
          <a:p>
            <a:r>
              <a:rPr lang="en-US" sz="3200" b="1"/>
              <a:t>Spike Deck Slide 1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8229600" cy="4114800"/>
          </a:xfrm>
          <a:prstGeom prst="rect">
            <a:avLst/>
          </a:prstGeom>
        </p:spPr>
        <p:txBody>
          <a:bodyPr wrap="square"/>
          <a:lstStyle/>
          <a:p>
            <a:pPr marL="342900" indent="-342900">
              <a:buFont typeface="Arial"/>
              <a:buChar char="•"/>
            </a:pPr>
            <a:r>
              <a:rPr lang="en-US" sz="2000"/>
              <a:t>Proof that OOXML PPTX converts via the backend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74320"/>
            <a:ext cx="8229600" cy="1143000"/>
          </a:xfrm>
          <a:prstGeom prst="rect">
            <a:avLst/>
          </a:prstGeom>
        </p:spPr>
        <p:txBody>
          <a:bodyPr wrap="square"/>
          <a:lstStyle/>
          <a:p>
            <a:r>
              <a:rPr lang="en-US" sz="3200" b="1"/>
              <a:t>Spike Deck Slide 2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57200" y="1600200"/>
            <a:ext cx="8229600" cy="4114800"/>
          </a:xfrm>
          <a:prstGeom prst="rect">
            <a:avLst/>
          </a:prstGeom>
        </p:spPr>
        <p:txBody>
          <a:bodyPr wrap="square"/>
          <a:lstStyle/>
          <a:p>
            <a:pPr marL="342900" indent="-342900">
              <a:buFont typeface="Arial"/>
              <a:buChar char="•"/>
            </a:pPr>
            <a:r>
              <a:rPr lang="en-US" sz="2000"/>
              <a:t>Second slide — page count must be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ike">
  <a:themeElements>
    <a:clrScheme name="Spik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ik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ik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